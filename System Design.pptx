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y Jacob" userId="5fb42d3c-a39c-49d1-a028-4f0ede1d8439" providerId="ADAL" clId="{C0AA302F-1616-477B-BEA2-84F4181873E6}"/>
    <pc:docChg chg="custSel addSld modSld">
      <pc:chgData name="Fredy Jacob" userId="5fb42d3c-a39c-49d1-a028-4f0ede1d8439" providerId="ADAL" clId="{C0AA302F-1616-477B-BEA2-84F4181873E6}" dt="2025-02-17T10:27:01.330" v="1" actId="700"/>
      <pc:docMkLst>
        <pc:docMk/>
      </pc:docMkLst>
      <pc:sldChg chg="delSp new mod modClrScheme chgLayout">
        <pc:chgData name="Fredy Jacob" userId="5fb42d3c-a39c-49d1-a028-4f0ede1d8439" providerId="ADAL" clId="{C0AA302F-1616-477B-BEA2-84F4181873E6}" dt="2025-02-17T10:27:01.330" v="1" actId="700"/>
        <pc:sldMkLst>
          <pc:docMk/>
          <pc:sldMk cId="674241847" sldId="256"/>
        </pc:sldMkLst>
        <pc:spChg chg="del">
          <ac:chgData name="Fredy Jacob" userId="5fb42d3c-a39c-49d1-a028-4f0ede1d8439" providerId="ADAL" clId="{C0AA302F-1616-477B-BEA2-84F4181873E6}" dt="2025-02-17T10:27:01.330" v="1" actId="700"/>
          <ac:spMkLst>
            <pc:docMk/>
            <pc:sldMk cId="674241847" sldId="256"/>
            <ac:spMk id="2" creationId="{F78359D6-2C3C-22AB-3625-15310EEEB223}"/>
          </ac:spMkLst>
        </pc:spChg>
        <pc:spChg chg="del">
          <ac:chgData name="Fredy Jacob" userId="5fb42d3c-a39c-49d1-a028-4f0ede1d8439" providerId="ADAL" clId="{C0AA302F-1616-477B-BEA2-84F4181873E6}" dt="2025-02-17T10:27:01.330" v="1" actId="700"/>
          <ac:spMkLst>
            <pc:docMk/>
            <pc:sldMk cId="674241847" sldId="256"/>
            <ac:spMk id="3" creationId="{733306DD-8F21-D53A-3D53-B38665091A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B046B-4EAA-B0FC-E6A2-34A220220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3B166-40E0-0107-7503-21C9C8832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7E17-419B-1969-D2A2-9894FF758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29BA8-EB74-BDA8-7545-857191D8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FC636-6506-FEAB-C4DB-30388EF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CF9C-1618-51D1-07EA-D4112480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53F8-C08E-FB10-8AC7-09D4CE28A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3DE8F-1357-9332-2C78-BC60AFBF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BD92D-14A1-1C24-6B8C-26C699CE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69074-A517-EFFE-54C9-F7BC0EC6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1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9BCB-54CF-7A66-9320-C5B4AB59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E9AC-9BA6-08B3-9E44-D4467BB7A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E8195-EB0B-E851-0027-1A26B289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10C5B-3B80-9EAF-E703-9677FB2A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99B71-40D3-2526-32AE-46B26B64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4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D1EF-88A8-85FE-8223-EB28E7ED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11F60-BF03-8DB8-A00E-6DCE8543D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FBD22-0D7D-C8C4-2DDC-2FB64446E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119CD-634B-2D2C-4D25-EC863369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4261B-6A8D-6B75-F550-1FF48F98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5C5B9-D274-1910-D85A-3416382AC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6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31FB-F8D8-E7C1-2C87-E04F4B5E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5A082-413D-7EAC-54C9-BAD452243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56EAD-7F9F-9A4C-FE3E-5AE4DF930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E18E2-EB41-BD85-FC86-2E436F16D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56631-3A78-FA25-55C6-E284347A6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65BCC-7C23-371D-4C70-B6781D1E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2F2D5-28EF-F02F-6E31-4857E65E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98337-AF04-E67D-C104-01C2DAB5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4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6E2B-3EE7-5335-113D-CBC54DF7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A774A-88D3-F17B-8DA3-4A7699BF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E15EE-009A-F90E-9433-AD7544CF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C3954-E297-0CD9-730A-3C5D43C6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1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5DC41-B2D3-7418-5F5D-FF166298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7F443-EE38-727D-28D6-97233A36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E90CE-01AE-4564-E1E7-73B4EE07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5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CEE8-DA90-1428-9CF9-A5BB5BE3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1540B-EF7F-0EDA-1E5A-1BBFDCF59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AA646-81B7-53ED-7CBA-B7785E0D4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8BF7E-62F2-9AC8-8A26-93F6ADB1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CD73D-AC58-C158-8F43-11E2B0D9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2BDFA-7AAB-FA73-A15E-45B7DF82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22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1B30-AE99-9B76-898D-37A8F168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1F345-A007-FDAE-B8AB-3CFC8B163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75A76-748B-67B1-BF01-6BE65EA5F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6382B-65FF-E32C-44DB-C2D06169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7FFA-1D5B-57FF-9FBA-EE686A14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B639E-5966-F7EC-43C0-07E01B74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7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B7E9-F7E6-EAD6-5957-D0D085ED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18805-3CD8-7A97-0791-C29BA6A74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71662-2513-3425-14A2-EB26A625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5985F-BC2A-4362-D398-14F32F10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0E4B-A4CA-5B87-2C87-9EE3F0D0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1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6B22-0899-7683-5F68-8260FC36A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C3005-7D63-1C34-DE89-B2F6C46EC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49416-C95A-BCAB-9388-DEC16DFAE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0A38C-A18E-6CEB-EED9-2BC4345C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3985B-88A9-A1C9-054D-DD542EAC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6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97548F-22BE-9D0E-816F-0A7534CA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B0228-7098-6721-1474-54B6167DB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8B7C8-1FE8-574E-A8C6-2F34CF5A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32A19-89F4-4568-8527-D9C1C2A953E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FF143-B606-1834-1DCD-BBE5789C4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7F16-8CE0-99AD-4E90-8B49190EE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DB0CE-2D87-4487-B494-2F4054EA6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241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Fredy Jacob</dc:creator>
  <cp:lastModifiedBy>Fredy Jacob</cp:lastModifiedBy>
  <cp:revision>1</cp:revision>
  <dcterms:created xsi:type="dcterms:W3CDTF">2025-02-17T10:26:38Z</dcterms:created>
  <dcterms:modified xsi:type="dcterms:W3CDTF">2025-02-17T10:27:03Z</dcterms:modified>
</cp:coreProperties>
</file>